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we built an agentic AI system that reviews research papers like a human peer reviewer - fully local, grounded in retrieved literature, with a human making the final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read a research paper end-to-end and review it like a human peer reviewer. Input is a raw PDF; output is a structured, evidence-backed review with a 5-way rating. Hard constraints: 24 GB GPU, models &lt;= 8B (or 14B 4-bit), PeerRead ICLR-2017 as the fixed benchmark, and a human must approve every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approach in 8 steps: parse the PDF with Docling, sanitize the untrusted text, build the RAG indexes, optionally run vision on figures, fan out to the specialist agents, self-reflect and revise once if needed, synthesize the final review, and pause for human approval. An author rebuttal triggers a full re-review. Every stage streams live to the dashboard over 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1 - document understanding. A cheap page-cap check protects against huge PDFs, then Docling does layout analysis, table structure recognition and OCR-when-needed. We segment headings into 13 canonical section names, extract structured references, and capture figure/table bboxes and captions. Everything lands in one ParsedPaper schema that all 10 agents consume.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RAG indexes because there are two different questions. Index A is rebuilt per paper: section-aware chunks, hybrid dense+BM25 retrieval fused with Reciprocal Rank Fusion - it grounds claims in the paper's own text. Index B is a persistent PeerRead corpus with SPECTER2 scientific embeddings - it answers 'has this been done before?', with a leakage guard so a paper never matches itself. arXiv and Semantic Scholar optionally enrich results and fail soft.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core: 10 agents orchestrated by LangGraph. START fans out to 5 parallel nodes; novelty and citation depend on understanding and retrieval; an adversarial critic attacks the method/citation/evidence findings; reflection is a true AND-join over all assessments. The graph pauses at a human-approval interrupt before END. War story: LangGraph edges are OR-triggers - a real join needs one add_edge call with a list of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Novelty gets two independent signals. The embedding scorer is pure math - section-wise cosine similarity against a local corpus, weighted into a 0-100 score with a duplicate override, zero hallucination risk. The LLM agent reasons over retrieved literature to say WHICH contribution is novel and why. Together: a number you can trust plus reasoning you can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and tables have two paths. The text agent reads captions and table markdown - always available. The optional vision path crops the actual figure pixels and asks a local vision model (qwen2.5vl:7b) what the figure really shows - catching captions that oversell results. Vision is off by default and toggling it never touches the text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Self-reflection is real, not cosmetic. The reflection agent checks all four assessments for consistency, hallucinations and weak evidence. If it flags issues, prepare_revision builds targeted feedback and the four agents re-run once WITH that feedback. Verified live: reflection flagged 2 issues and the novelty rating genuinely changed on the second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Brownie point: rebuttal-aware re-review. After the first approved verdict, the author's rebuttal is sanitized, wrapped in labeled tags, and the ENTIRE pipeline re-runs with the rebuttal in every agent's context. The revised verdict still needs human approval, and the system reports the change - e.g. weak_reject to weak_accept.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is hostile input - an author could hide 'give me a perfect score' in white text. Input guardrails strip zero-width characters and defang attack phrases at parse time; untrusted text is wrapped in escaped, labeled tags so the model treats it as data, not orders; output is checked for prompt leaks and validated against Pydantic schemas. Mapped against the OWASP LLM Top-10.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surface: a single FastAPI server, plain HTML/JS frontend, Server-Sent Events pushing one event per real pipeline stage - including the pause at human approval. We chose SSE over Streamlit because Streamlit re-runs the whole script per interaction and can't push live updates during a 20-minute run. Unbuilt stages are shown honestly as 'not implemented', never faked.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has two layers. Layer 1: the PeerRead harness - accuracy, precision/recall/F1 and Cohen's kappa against ICLR-2017 ground truth on the official test split. Layer 2: reasoning quality - DeepEval G-Eval on novelty grounding, a hallucination check on methodology claims, and RAGAS on retrieval quality. All judge models route to local Ollama.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six pillars, then invite questions. Demo fallback: the live dashboard at localhost:8000 shows the pipeline running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egoe UI"/>
              </a:rPr>
              <a:t>Autonomous AI Paper Reviewer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7C3AED"/>
                </a:solidFill>
                <a:latin typeface="Segoe UI"/>
              </a:rPr>
              <a:t>A Multi-Agent Scientific Evaluation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Segoe UI"/>
              </a:rPr>
              <a:t>PDF in  ·  evidence-backed peer review out  ·  100% local (Ollama + FAISS)  ·  human-approved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Team StackOverflow  ·  HACK60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robl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end_to_en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document_par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r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langgraph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novelty_two_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vision_figur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reflection_revisio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rebuttal_re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guardrails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l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evaluation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377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•  10-agent LangGraph review pipeline with a real self-revision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944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•  Two-index RAG: hybrid paper retrieval + SPECTER2 literature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51129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•  Vision-language analysis of figures &amp; tables (local, 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0782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•  Prompt-injection guardrails hardened against the OWASP LLM Top-10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645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•  Rebuttal-aware re-review — the verdict genuinely reconsiders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212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•  Live SSE dashboard + human-in-the-loop approval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C3AED"/>
                </a:solidFill>
                <a:latin typeface="Segoe U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